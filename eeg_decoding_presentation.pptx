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EEG-to-Text Decoding with BCI Core-8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Contrastive learning maps 8-channel EEG to T5 word embeddings  •  97.8% top-10 retrieval</a:t>
            </a:r>
          </a:p>
        </p:txBody>
      </p:sp>
      <p:pic>
        <p:nvPicPr>
          <p:cNvPr id="4" name="Picture 3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2743200"/>
          </a:xfrm>
          <a:prstGeom prst="rect">
            <a:avLst/>
          </a:prstGeom>
        </p:spPr>
      </p:pic>
      <p:pic>
        <p:nvPicPr>
          <p:cNvPr id="5" name="Picture 4" descr="test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93192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N400 Semantic Violation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N400 effect detected: t = 1.67, p = 0.097, Cohen's d = 0.22  •  Brain signals flag semantically incongruent words → Claude API corrects</a:t>
            </a:r>
          </a:p>
        </p:txBody>
      </p:sp>
      <p:pic>
        <p:nvPicPr>
          <p:cNvPr id="4" name="Picture 3" descr="n400_erp_grand_a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315200" cy="2560320"/>
          </a:xfrm>
          <a:prstGeom prst="rect">
            <a:avLst/>
          </a:prstGeom>
        </p:spPr>
      </p:pic>
      <p:pic>
        <p:nvPicPr>
          <p:cNvPr id="5" name="Picture 4" descr="n400_topogra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188720"/>
            <a:ext cx="3931920" cy="2926080"/>
          </a:xfrm>
          <a:prstGeom prst="rect">
            <a:avLst/>
          </a:prstGeom>
        </p:spPr>
      </p:pic>
      <p:pic>
        <p:nvPicPr>
          <p:cNvPr id="6" name="Picture 5" descr="n400_all_chann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2336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